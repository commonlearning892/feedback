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Sheet1!$A$2:$A$7</c:f>
              <c:strCache>
                <c:ptCount val="6"/>
                <c:pt idx="0">
                  <c:v>Academics</c:v>
                </c:pt>
                <c:pt idx="1">
                  <c:v>Administration</c:v>
                </c:pt>
                <c:pt idx="2">
                  <c:v>Environment</c:v>
                </c:pt>
                <c:pt idx="3">
                  <c:v>Infrastructure</c:v>
                </c:pt>
                <c:pt idx="4">
                  <c:v>App</c:v>
                </c:pt>
                <c:pt idx="5">
                  <c:v>Transport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4.540899898887766</c:v>
                </c:pt>
                <c:pt idx="1">
                  <c:v>4.5616675017438375</c:v>
                </c:pt>
                <c:pt idx="2">
                  <c:v>4.658611894213988</c:v>
                </c:pt>
                <c:pt idx="3">
                  <c:v>4.3793191056910565</c:v>
                </c:pt>
                <c:pt idx="4">
                  <c:v>4.565862323212011</c:v>
                </c:pt>
                <c:pt idx="5">
                  <c:v>4.129690585911784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  <c:pt idx="3">
                  <c:v>Not Applicable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4190</c:v>
                </c:pt>
                <c:pt idx="1">
                  <c:v>107</c:v>
                </c:pt>
                <c:pt idx="2">
                  <c:v>619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Roya puram</c:v>
                </c:pt>
                <c:pt idx="1">
                  <c:v>Sri chaitanya techno scho</c:v>
                </c:pt>
                <c:pt idx="2">
                  <c:v>Chetty Street, coimbatore</c:v>
                </c:pt>
                <c:pt idx="3">
                  <c:v>Sri Chaitanya school , se</c:v>
                </c:pt>
                <c:pt idx="4">
                  <c:v>Sri Chaitanya techno scho</c:v>
                </c:pt>
                <c:pt idx="5">
                  <c:v>K k nagar</c:v>
                </c:pt>
                <c:pt idx="6">
                  <c:v>Gandhipuram -4 Coimbatore</c:v>
                </c:pt>
                <c:pt idx="7">
                  <c:v>Hosur3</c:v>
                </c:pt>
                <c:pt idx="8">
                  <c:v>COIMBATORE-1</c:v>
                </c:pt>
                <c:pt idx="9">
                  <c:v>Tambaram mudichur branch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  <c:pt idx="3">
                  <c:v>5.0</c:v>
                </c:pt>
                <c:pt idx="4">
                  <c:v>5.0</c:v>
                </c:pt>
                <c:pt idx="5">
                  <c:v>5.0</c:v>
                </c:pt>
                <c:pt idx="6">
                  <c:v>5.0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Roya puram</c:v>
                </c:pt>
                <c:pt idx="1">
                  <c:v>Sri chaitanya techno scho</c:v>
                </c:pt>
                <c:pt idx="2">
                  <c:v>Chetty Street, coimbatore</c:v>
                </c:pt>
                <c:pt idx="3">
                  <c:v>Sri Chaitanya school , se</c:v>
                </c:pt>
                <c:pt idx="4">
                  <c:v>Sri Chaitanya techno scho</c:v>
                </c:pt>
                <c:pt idx="5">
                  <c:v>K k nagar</c:v>
                </c:pt>
                <c:pt idx="6">
                  <c:v>Gandhipuram -4 Coimbatore</c:v>
                </c:pt>
                <c:pt idx="7">
                  <c:v>Hosur3</c:v>
                </c:pt>
                <c:pt idx="8">
                  <c:v>COIMBATORE-1</c:v>
                </c:pt>
                <c:pt idx="9">
                  <c:v>Tambaram mudichur branch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  <c:pt idx="3">
                  <c:v>5.0</c:v>
                </c:pt>
                <c:pt idx="4">
                  <c:v>5.0</c:v>
                </c:pt>
                <c:pt idx="5">
                  <c:v>5.0</c:v>
                </c:pt>
                <c:pt idx="6">
                  <c:v>5.0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Yes %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Sheet1!$A$2:$A$16</c:f>
              <c:strCache>
                <c:ptCount val="15"/>
                <c:pt idx="0">
                  <c:v>3rd Branch</c:v>
                </c:pt>
                <c:pt idx="1">
                  <c:v>Athipalayam</c:v>
                </c:pt>
                <c:pt idx="2">
                  <c:v>Bagalur</c:v>
                </c:pt>
                <c:pt idx="3">
                  <c:v>Branch -3</c:v>
                </c:pt>
                <c:pt idx="4">
                  <c:v>Branch 3</c:v>
                </c:pt>
                <c:pt idx="5">
                  <c:v>CBE - 1</c:v>
                </c:pt>
                <c:pt idx="6">
                  <c:v>CBE 1</c:v>
                </c:pt>
                <c:pt idx="7">
                  <c:v>CBE 4 GANDHUPURAM</c:v>
                </c:pt>
                <c:pt idx="8">
                  <c:v>CBE 4 Gandhipuram</c:v>
                </c:pt>
                <c:pt idx="9">
                  <c:v>CBE-4; Nanjappa Road, Gan</c:v>
                </c:pt>
                <c:pt idx="10">
                  <c:v>CBE-6</c:v>
                </c:pt>
                <c:pt idx="11">
                  <c:v>CBE1</c:v>
                </c:pt>
                <c:pt idx="12">
                  <c:v>CHETTY STREET</c:v>
                </c:pt>
                <c:pt idx="13">
                  <c:v>CHINNAVEDAMPATTI</c:v>
                </c:pt>
                <c:pt idx="14">
                  <c:v>CHITHANAPALLI,HOSUR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Branches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Sheet1!$A$2:$A$266</c:f>
              <c:numCache>
                <c:formatCode>General</c:formatCode>
                <c:ptCount val="265"/>
                <c:pt idx="0">
                  <c:v>4.387052341597795</c:v>
                </c:pt>
                <c:pt idx="1">
                  <c:v>4.683333333333334</c:v>
                </c:pt>
                <c:pt idx="2">
                  <c:v>5.0</c:v>
                </c:pt>
                <c:pt idx="3">
                  <c:v>4.5</c:v>
                </c:pt>
                <c:pt idx="4">
                  <c:v>4.0</c:v>
                </c:pt>
                <c:pt idx="5">
                  <c:v>4.5</c:v>
                </c:pt>
                <c:pt idx="6">
                  <c:v>4.57051282051282</c:v>
                </c:pt>
                <c:pt idx="7">
                  <c:v>4.533333333333333</c:v>
                </c:pt>
                <c:pt idx="8">
                  <c:v>4.0</c:v>
                </c:pt>
                <c:pt idx="9">
                  <c:v>4.25</c:v>
                </c:pt>
                <c:pt idx="10">
                  <c:v>4.7</c:v>
                </c:pt>
                <c:pt idx="11">
                  <c:v>4.0</c:v>
                </c:pt>
                <c:pt idx="12">
                  <c:v>4.453551912568305</c:v>
                </c:pt>
                <c:pt idx="13">
                  <c:v>4.491358024691358</c:v>
                </c:pt>
                <c:pt idx="14">
                  <c:v>5.0</c:v>
                </c:pt>
                <c:pt idx="15">
                  <c:v>5.0</c:v>
                </c:pt>
                <c:pt idx="16">
                  <c:v>4.125</c:v>
                </c:pt>
                <c:pt idx="17">
                  <c:v>4.59641873278237</c:v>
                </c:pt>
                <c:pt idx="18">
                  <c:v>4.674603174603175</c:v>
                </c:pt>
                <c:pt idx="19">
                  <c:v>5.0</c:v>
                </c:pt>
                <c:pt idx="20">
                  <c:v>4.488095238095238</c:v>
                </c:pt>
                <c:pt idx="21">
                  <c:v>4.460526315789473</c:v>
                </c:pt>
                <c:pt idx="22">
                  <c:v>4.125</c:v>
                </c:pt>
                <c:pt idx="23">
                  <c:v>5.0</c:v>
                </c:pt>
                <c:pt idx="24">
                  <c:v>4.5</c:v>
                </c:pt>
                <c:pt idx="25">
                  <c:v>4.666666666666667</c:v>
                </c:pt>
                <c:pt idx="26">
                  <c:v>4.0</c:v>
                </c:pt>
                <c:pt idx="27">
                  <c:v>4.0</c:v>
                </c:pt>
                <c:pt idx="28">
                  <c:v>4.5</c:v>
                </c:pt>
                <c:pt idx="29">
                  <c:v>5.0</c:v>
                </c:pt>
                <c:pt idx="30">
                  <c:v>4.416666666666667</c:v>
                </c:pt>
                <c:pt idx="31">
                  <c:v>5.0</c:v>
                </c:pt>
                <c:pt idx="32">
                  <c:v>3.75</c:v>
                </c:pt>
                <c:pt idx="33">
                  <c:v>5.0</c:v>
                </c:pt>
                <c:pt idx="34">
                  <c:v>5.0</c:v>
                </c:pt>
                <c:pt idx="35">
                  <c:v>5.0</c:v>
                </c:pt>
                <c:pt idx="36">
                  <c:v>4.75</c:v>
                </c:pt>
                <c:pt idx="37">
                  <c:v>4.65</c:v>
                </c:pt>
                <c:pt idx="38">
                  <c:v>5.0</c:v>
                </c:pt>
                <c:pt idx="39">
                  <c:v>4.0</c:v>
                </c:pt>
                <c:pt idx="40">
                  <c:v>3.5</c:v>
                </c:pt>
                <c:pt idx="41">
                  <c:v>4.625</c:v>
                </c:pt>
                <c:pt idx="42">
                  <c:v>4.5</c:v>
                </c:pt>
                <c:pt idx="43">
                  <c:v>5.0</c:v>
                </c:pt>
                <c:pt idx="44">
                  <c:v>4.333333333333333</c:v>
                </c:pt>
                <c:pt idx="45">
                  <c:v>5.0</c:v>
                </c:pt>
                <c:pt idx="46">
                  <c:v>3.3333333333333335</c:v>
                </c:pt>
                <c:pt idx="47">
                  <c:v>4.470017636684304</c:v>
                </c:pt>
                <c:pt idx="48">
                  <c:v>4.416666666666667</c:v>
                </c:pt>
                <c:pt idx="49">
                  <c:v>3.625</c:v>
                </c:pt>
                <c:pt idx="50">
                  <c:v>5.0</c:v>
                </c:pt>
                <c:pt idx="51">
                  <c:v>5.0</c:v>
                </c:pt>
                <c:pt idx="52">
                  <c:v>5.0</c:v>
                </c:pt>
                <c:pt idx="53">
                  <c:v>5.0</c:v>
                </c:pt>
                <c:pt idx="54">
                  <c:v>5.0</c:v>
                </c:pt>
                <c:pt idx="55">
                  <c:v>4.75</c:v>
                </c:pt>
                <c:pt idx="56">
                  <c:v>4.4833333333333325</c:v>
                </c:pt>
                <c:pt idx="57">
                  <c:v>3.25</c:v>
                </c:pt>
                <c:pt idx="58">
                  <c:v>0.0</c:v>
                </c:pt>
                <c:pt idx="59">
                  <c:v>4.75</c:v>
                </c:pt>
                <c:pt idx="60">
                  <c:v>4.45</c:v>
                </c:pt>
                <c:pt idx="61">
                  <c:v>5.0</c:v>
                </c:pt>
                <c:pt idx="62">
                  <c:v>5.0</c:v>
                </c:pt>
                <c:pt idx="63">
                  <c:v>5.0</c:v>
                </c:pt>
                <c:pt idx="64">
                  <c:v>4.404513888888888</c:v>
                </c:pt>
                <c:pt idx="65">
                  <c:v>4.625</c:v>
                </c:pt>
                <c:pt idx="66">
                  <c:v>4.407894736842105</c:v>
                </c:pt>
                <c:pt idx="67">
                  <c:v>2.5</c:v>
                </c:pt>
                <c:pt idx="68">
                  <c:v>4.0</c:v>
                </c:pt>
                <c:pt idx="69">
                  <c:v>4.5036764705882355</c:v>
                </c:pt>
                <c:pt idx="70">
                  <c:v>4.25</c:v>
                </c:pt>
                <c:pt idx="71">
                  <c:v>5.0</c:v>
                </c:pt>
                <c:pt idx="72">
                  <c:v>4.541889483065953</c:v>
                </c:pt>
                <c:pt idx="73">
                  <c:v>5.0</c:v>
                </c:pt>
                <c:pt idx="74">
                  <c:v>4.75</c:v>
                </c:pt>
                <c:pt idx="75">
                  <c:v>5.0</c:v>
                </c:pt>
                <c:pt idx="76">
                  <c:v>4.75</c:v>
                </c:pt>
                <c:pt idx="77">
                  <c:v>4.664529914529914</c:v>
                </c:pt>
                <c:pt idx="78">
                  <c:v>5.0</c:v>
                </c:pt>
                <c:pt idx="79">
                  <c:v>5.0</c:v>
                </c:pt>
                <c:pt idx="80">
                  <c:v>5.0</c:v>
                </c:pt>
                <c:pt idx="81">
                  <c:v>5.0</c:v>
                </c:pt>
                <c:pt idx="82">
                  <c:v>5.0</c:v>
                </c:pt>
                <c:pt idx="83">
                  <c:v>4.521739130434782</c:v>
                </c:pt>
                <c:pt idx="84">
                  <c:v>5.0</c:v>
                </c:pt>
                <c:pt idx="85">
                  <c:v>5.0</c:v>
                </c:pt>
                <c:pt idx="86">
                  <c:v>5.0</c:v>
                </c:pt>
                <c:pt idx="87">
                  <c:v>4.0</c:v>
                </c:pt>
                <c:pt idx="88">
                  <c:v>4.75</c:v>
                </c:pt>
                <c:pt idx="89">
                  <c:v>0.0</c:v>
                </c:pt>
                <c:pt idx="90">
                  <c:v>5.0</c:v>
                </c:pt>
                <c:pt idx="91">
                  <c:v>4.5</c:v>
                </c:pt>
                <c:pt idx="92">
                  <c:v>4.166666666666667</c:v>
                </c:pt>
                <c:pt idx="93">
                  <c:v>4.75</c:v>
                </c:pt>
                <c:pt idx="94">
                  <c:v>4.0</c:v>
                </c:pt>
                <c:pt idx="95">
                  <c:v>4.25</c:v>
                </c:pt>
                <c:pt idx="96">
                  <c:v>4.0</c:v>
                </c:pt>
                <c:pt idx="97">
                  <c:v>4.733333333333333</c:v>
                </c:pt>
                <c:pt idx="98">
                  <c:v>5.0</c:v>
                </c:pt>
                <c:pt idx="99">
                  <c:v>4.25</c:v>
                </c:pt>
                <c:pt idx="100">
                  <c:v>5.0</c:v>
                </c:pt>
                <c:pt idx="101">
                  <c:v>4.0</c:v>
                </c:pt>
                <c:pt idx="102">
                  <c:v>4.75</c:v>
                </c:pt>
                <c:pt idx="103">
                  <c:v>4.5</c:v>
                </c:pt>
                <c:pt idx="104">
                  <c:v>4.0</c:v>
                </c:pt>
                <c:pt idx="105">
                  <c:v>5.0</c:v>
                </c:pt>
                <c:pt idx="106">
                  <c:v>4.875</c:v>
                </c:pt>
                <c:pt idx="107">
                  <c:v>4.25</c:v>
                </c:pt>
                <c:pt idx="108">
                  <c:v>5.0</c:v>
                </c:pt>
                <c:pt idx="109">
                  <c:v>5.0</c:v>
                </c:pt>
                <c:pt idx="110">
                  <c:v>5.0</c:v>
                </c:pt>
                <c:pt idx="111">
                  <c:v>5.0</c:v>
                </c:pt>
                <c:pt idx="112">
                  <c:v>5.0</c:v>
                </c:pt>
                <c:pt idx="113">
                  <c:v>4.75</c:v>
                </c:pt>
                <c:pt idx="114">
                  <c:v>5.0</c:v>
                </c:pt>
                <c:pt idx="115">
                  <c:v>4.25</c:v>
                </c:pt>
                <c:pt idx="116">
                  <c:v>4.5</c:v>
                </c:pt>
                <c:pt idx="117">
                  <c:v>4.75</c:v>
                </c:pt>
                <c:pt idx="118">
                  <c:v>4.25</c:v>
                </c:pt>
                <c:pt idx="119">
                  <c:v>5.0</c:v>
                </c:pt>
                <c:pt idx="120">
                  <c:v>4.0</c:v>
                </c:pt>
                <c:pt idx="121">
                  <c:v>3.0</c:v>
                </c:pt>
                <c:pt idx="122">
                  <c:v>5.0</c:v>
                </c:pt>
                <c:pt idx="123">
                  <c:v>5.0</c:v>
                </c:pt>
                <c:pt idx="124">
                  <c:v>5.0</c:v>
                </c:pt>
                <c:pt idx="125">
                  <c:v>4.25</c:v>
                </c:pt>
                <c:pt idx="126">
                  <c:v>5.0</c:v>
                </c:pt>
                <c:pt idx="127">
                  <c:v>5.0</c:v>
                </c:pt>
                <c:pt idx="128">
                  <c:v>4.5</c:v>
                </c:pt>
                <c:pt idx="129">
                  <c:v>4.875</c:v>
                </c:pt>
                <c:pt idx="130">
                  <c:v>4.25</c:v>
                </c:pt>
                <c:pt idx="131">
                  <c:v>5.0</c:v>
                </c:pt>
                <c:pt idx="132">
                  <c:v>5.0</c:v>
                </c:pt>
                <c:pt idx="133">
                  <c:v>3.75</c:v>
                </c:pt>
                <c:pt idx="134">
                  <c:v>5.0</c:v>
                </c:pt>
                <c:pt idx="135">
                  <c:v>4.0</c:v>
                </c:pt>
                <c:pt idx="136">
                  <c:v>5.0</c:v>
                </c:pt>
                <c:pt idx="137">
                  <c:v>3.75</c:v>
                </c:pt>
                <c:pt idx="138">
                  <c:v>4.0</c:v>
                </c:pt>
                <c:pt idx="139">
                  <c:v>5.0</c:v>
                </c:pt>
                <c:pt idx="140">
                  <c:v>5.0</c:v>
                </c:pt>
                <c:pt idx="141">
                  <c:v>5.0</c:v>
                </c:pt>
                <c:pt idx="142">
                  <c:v>5.0</c:v>
                </c:pt>
                <c:pt idx="143">
                  <c:v>4.229497354497355</c:v>
                </c:pt>
                <c:pt idx="144">
                  <c:v>5.0</c:v>
                </c:pt>
                <c:pt idx="145">
                  <c:v>4.0</c:v>
                </c:pt>
                <c:pt idx="146">
                  <c:v>3.0</c:v>
                </c:pt>
                <c:pt idx="147">
                  <c:v>4.0</c:v>
                </c:pt>
                <c:pt idx="148">
                  <c:v>4.75</c:v>
                </c:pt>
                <c:pt idx="149">
                  <c:v>5.0</c:v>
                </c:pt>
                <c:pt idx="150">
                  <c:v>4.719534050179211</c:v>
                </c:pt>
                <c:pt idx="151">
                  <c:v>5.0</c:v>
                </c:pt>
                <c:pt idx="152">
                  <c:v>5.0</c:v>
                </c:pt>
                <c:pt idx="153">
                  <c:v>4.5</c:v>
                </c:pt>
                <c:pt idx="154">
                  <c:v>5.0</c:v>
                </c:pt>
                <c:pt idx="155">
                  <c:v>4.0</c:v>
                </c:pt>
                <c:pt idx="156">
                  <c:v>5.0</c:v>
                </c:pt>
                <c:pt idx="157">
                  <c:v>5.0</c:v>
                </c:pt>
                <c:pt idx="158">
                  <c:v>4.426375404530744</c:v>
                </c:pt>
                <c:pt idx="159">
                  <c:v>4.0</c:v>
                </c:pt>
                <c:pt idx="160">
                  <c:v>5.0</c:v>
                </c:pt>
                <c:pt idx="161">
                  <c:v>5.0</c:v>
                </c:pt>
                <c:pt idx="162">
                  <c:v>4.5</c:v>
                </c:pt>
                <c:pt idx="163">
                  <c:v>3.6666666666666665</c:v>
                </c:pt>
                <c:pt idx="164">
                  <c:v>5.0</c:v>
                </c:pt>
                <c:pt idx="165">
                  <c:v>4.5</c:v>
                </c:pt>
                <c:pt idx="166">
                  <c:v>5.0</c:v>
                </c:pt>
                <c:pt idx="167">
                  <c:v>5.0</c:v>
                </c:pt>
                <c:pt idx="168">
                  <c:v>5.0</c:v>
                </c:pt>
                <c:pt idx="169">
                  <c:v>5.0</c:v>
                </c:pt>
                <c:pt idx="170">
                  <c:v>4.75</c:v>
                </c:pt>
                <c:pt idx="171">
                  <c:v>5.0</c:v>
                </c:pt>
                <c:pt idx="172">
                  <c:v>5.0</c:v>
                </c:pt>
                <c:pt idx="173">
                  <c:v>3.25</c:v>
                </c:pt>
                <c:pt idx="174">
                  <c:v>4.25</c:v>
                </c:pt>
                <c:pt idx="175">
                  <c:v>5.0</c:v>
                </c:pt>
                <c:pt idx="176">
                  <c:v>3.75</c:v>
                </c:pt>
                <c:pt idx="177">
                  <c:v>4.75</c:v>
                </c:pt>
                <c:pt idx="178">
                  <c:v>4.5</c:v>
                </c:pt>
                <c:pt idx="179">
                  <c:v>5.0</c:v>
                </c:pt>
                <c:pt idx="180">
                  <c:v>4.3601190476190474</c:v>
                </c:pt>
                <c:pt idx="181">
                  <c:v>4.5</c:v>
                </c:pt>
                <c:pt idx="182">
                  <c:v>5.0</c:v>
                </c:pt>
                <c:pt idx="183">
                  <c:v>4.5</c:v>
                </c:pt>
                <c:pt idx="184">
                  <c:v>5.0</c:v>
                </c:pt>
                <c:pt idx="185">
                  <c:v>4.0</c:v>
                </c:pt>
                <c:pt idx="186">
                  <c:v>4.722222222222222</c:v>
                </c:pt>
                <c:pt idx="187">
                  <c:v>5.0</c:v>
                </c:pt>
                <c:pt idx="188">
                  <c:v>5.0</c:v>
                </c:pt>
                <c:pt idx="189">
                  <c:v>4.333333333333333</c:v>
                </c:pt>
                <c:pt idx="190">
                  <c:v>5.0</c:v>
                </c:pt>
                <c:pt idx="191">
                  <c:v>5.0</c:v>
                </c:pt>
                <c:pt idx="192">
                  <c:v>5.0</c:v>
                </c:pt>
                <c:pt idx="193">
                  <c:v>4.0</c:v>
                </c:pt>
                <c:pt idx="194">
                  <c:v>3.75</c:v>
                </c:pt>
                <c:pt idx="195">
                  <c:v>4.5</c:v>
                </c:pt>
                <c:pt idx="196">
                  <c:v>5.0</c:v>
                </c:pt>
                <c:pt idx="197">
                  <c:v>4.375</c:v>
                </c:pt>
                <c:pt idx="198">
                  <c:v>4.5</c:v>
                </c:pt>
                <c:pt idx="199">
                  <c:v>3.0</c:v>
                </c:pt>
                <c:pt idx="200">
                  <c:v>4.75</c:v>
                </c:pt>
                <c:pt idx="201">
                  <c:v>4.75</c:v>
                </c:pt>
                <c:pt idx="202">
                  <c:v>5.0</c:v>
                </c:pt>
                <c:pt idx="203">
                  <c:v>5.0</c:v>
                </c:pt>
                <c:pt idx="204">
                  <c:v>5.0</c:v>
                </c:pt>
                <c:pt idx="205">
                  <c:v>4.75</c:v>
                </c:pt>
                <c:pt idx="206">
                  <c:v>4.458333333333334</c:v>
                </c:pt>
                <c:pt idx="207">
                  <c:v>4.451754385964912</c:v>
                </c:pt>
                <c:pt idx="208">
                  <c:v>3.5</c:v>
                </c:pt>
                <c:pt idx="209">
                  <c:v>5.0</c:v>
                </c:pt>
                <c:pt idx="210">
                  <c:v>4.25</c:v>
                </c:pt>
                <c:pt idx="211">
                  <c:v>5.0</c:v>
                </c:pt>
                <c:pt idx="212">
                  <c:v>5.0</c:v>
                </c:pt>
                <c:pt idx="213">
                  <c:v>4.25</c:v>
                </c:pt>
                <c:pt idx="214">
                  <c:v>4.0</c:v>
                </c:pt>
                <c:pt idx="215">
                  <c:v>5.0</c:v>
                </c:pt>
                <c:pt idx="216">
                  <c:v>5.0</c:v>
                </c:pt>
                <c:pt idx="217">
                  <c:v>5.0</c:v>
                </c:pt>
                <c:pt idx="218">
                  <c:v>4.5</c:v>
                </c:pt>
                <c:pt idx="219">
                  <c:v>4.0</c:v>
                </c:pt>
                <c:pt idx="220">
                  <c:v>5.0</c:v>
                </c:pt>
                <c:pt idx="221">
                  <c:v>4.5</c:v>
                </c:pt>
                <c:pt idx="222">
                  <c:v>5.0</c:v>
                </c:pt>
                <c:pt idx="223">
                  <c:v>4.75</c:v>
                </c:pt>
                <c:pt idx="224">
                  <c:v>4.0</c:v>
                </c:pt>
                <c:pt idx="225">
                  <c:v>5.0</c:v>
                </c:pt>
                <c:pt idx="226">
                  <c:v>5.0</c:v>
                </c:pt>
                <c:pt idx="227">
                  <c:v>5.0</c:v>
                </c:pt>
                <c:pt idx="228">
                  <c:v>5.0</c:v>
                </c:pt>
                <c:pt idx="229">
                  <c:v>5.0</c:v>
                </c:pt>
                <c:pt idx="230">
                  <c:v>4.5</c:v>
                </c:pt>
                <c:pt idx="231">
                  <c:v>4.25</c:v>
                </c:pt>
                <c:pt idx="232">
                  <c:v>5.0</c:v>
                </c:pt>
                <c:pt idx="233">
                  <c:v>4.562350119904077</c:v>
                </c:pt>
                <c:pt idx="234">
                  <c:v>4.6376096491228065</c:v>
                </c:pt>
                <c:pt idx="235">
                  <c:v>4.656754772393539</c:v>
                </c:pt>
                <c:pt idx="236">
                  <c:v>4.533687943262412</c:v>
                </c:pt>
                <c:pt idx="237">
                  <c:v>4.564912280701754</c:v>
                </c:pt>
                <c:pt idx="238">
                  <c:v>4.734848484848485</c:v>
                </c:pt>
                <c:pt idx="239">
                  <c:v>4.531746031746032</c:v>
                </c:pt>
                <c:pt idx="240">
                  <c:v>4.408602150537635</c:v>
                </c:pt>
                <c:pt idx="241">
                  <c:v>4.327272727272727</c:v>
                </c:pt>
                <c:pt idx="242">
                  <c:v>4.5078347578347575</c:v>
                </c:pt>
                <c:pt idx="243">
                  <c:v>4.640692640692641</c:v>
                </c:pt>
                <c:pt idx="244">
                  <c:v>4.55</c:v>
                </c:pt>
                <c:pt idx="245">
                  <c:v>4.672101449275362</c:v>
                </c:pt>
                <c:pt idx="246">
                  <c:v>4.519005847953217</c:v>
                </c:pt>
                <c:pt idx="247">
                  <c:v>4.526515151515151</c:v>
                </c:pt>
                <c:pt idx="248">
                  <c:v>4.633074935400518</c:v>
                </c:pt>
                <c:pt idx="249">
                  <c:v>4.277777777777779</c:v>
                </c:pt>
                <c:pt idx="250">
                  <c:v>4.593175853018373</c:v>
                </c:pt>
                <c:pt idx="251">
                  <c:v>4.556910569105691</c:v>
                </c:pt>
                <c:pt idx="252">
                  <c:v>4.594827586206897</c:v>
                </c:pt>
                <c:pt idx="253">
                  <c:v>4.595528455284553</c:v>
                </c:pt>
                <c:pt idx="254">
                  <c:v>4.36864406779661</c:v>
                </c:pt>
                <c:pt idx="255">
                  <c:v>4.489247311827958</c:v>
                </c:pt>
                <c:pt idx="256">
                  <c:v>4.729674796747968</c:v>
                </c:pt>
                <c:pt idx="257">
                  <c:v>4.593621399176954</c:v>
                </c:pt>
                <c:pt idx="258">
                  <c:v>4.4818181818181815</c:v>
                </c:pt>
                <c:pt idx="259">
                  <c:v>4.431578947368421</c:v>
                </c:pt>
                <c:pt idx="260">
                  <c:v>4.452083333333333</c:v>
                </c:pt>
                <c:pt idx="261">
                  <c:v>4.537777777777778</c:v>
                </c:pt>
                <c:pt idx="262">
                  <c:v>4.5</c:v>
                </c:pt>
                <c:pt idx="263">
                  <c:v>4.5519480519480515</c:v>
                </c:pt>
                <c:pt idx="264">
                  <c:v>4.535714285714286</c:v>
                </c:pt>
              </c:numCache>
            </c:numRef>
          </c:xVal>
          <c:yVal>
            <c:numRef>
              <c:f>Sheet1!$B$2:$B$266</c:f>
              <c:numCache>
                <c:formatCode>General</c:formatCode>
                <c:ptCount val="265"/>
                <c:pt idx="0">
                  <c:v>4.260504201680672</c:v>
                </c:pt>
                <c:pt idx="1">
                  <c:v>4.375</c:v>
                </c:pt>
                <c:pt idx="2">
                  <c:v>5.0</c:v>
                </c:pt>
                <c:pt idx="3">
                  <c:v>4.0</c:v>
                </c:pt>
                <c:pt idx="4">
                  <c:v>4.25</c:v>
                </c:pt>
                <c:pt idx="5">
                  <c:v>4.0</c:v>
                </c:pt>
                <c:pt idx="6">
                  <c:v>4.25</c:v>
                </c:pt>
                <c:pt idx="7">
                  <c:v>3.9</c:v>
                </c:pt>
                <c:pt idx="8">
                  <c:v>4.0</c:v>
                </c:pt>
                <c:pt idx="9">
                  <c:v>4.75</c:v>
                </c:pt>
                <c:pt idx="10">
                  <c:v>4.6</c:v>
                </c:pt>
                <c:pt idx="11">
                  <c:v>4.25</c:v>
                </c:pt>
                <c:pt idx="12">
                  <c:v>4.307795698924731</c:v>
                </c:pt>
                <c:pt idx="13">
                  <c:v>4.203980099502487</c:v>
                </c:pt>
                <c:pt idx="14">
                  <c:v>5.0</c:v>
                </c:pt>
                <c:pt idx="15">
                  <c:v>5.0</c:v>
                </c:pt>
                <c:pt idx="16">
                  <c:v>4.0</c:v>
                </c:pt>
                <c:pt idx="17">
                  <c:v>4.447916666666667</c:v>
                </c:pt>
                <c:pt idx="18">
                  <c:v>4.642857142857143</c:v>
                </c:pt>
                <c:pt idx="19">
                  <c:v>5.0</c:v>
                </c:pt>
                <c:pt idx="20">
                  <c:v>4.392857142857143</c:v>
                </c:pt>
                <c:pt idx="21">
                  <c:v>4.412162162162162</c:v>
                </c:pt>
                <c:pt idx="22">
                  <c:v>4.125</c:v>
                </c:pt>
                <c:pt idx="23">
                  <c:v>5.0</c:v>
                </c:pt>
                <c:pt idx="24">
                  <c:v>4.5</c:v>
                </c:pt>
                <c:pt idx="25">
                  <c:v>4.416666666666667</c:v>
                </c:pt>
                <c:pt idx="26">
                  <c:v>3.75</c:v>
                </c:pt>
                <c:pt idx="27">
                  <c:v>4.0</c:v>
                </c:pt>
                <c:pt idx="28">
                  <c:v>5.0</c:v>
                </c:pt>
                <c:pt idx="29">
                  <c:v>4.875</c:v>
                </c:pt>
                <c:pt idx="30">
                  <c:v>4.416666666666667</c:v>
                </c:pt>
                <c:pt idx="31">
                  <c:v>4.25</c:v>
                </c:pt>
                <c:pt idx="32">
                  <c:v>4.5</c:v>
                </c:pt>
                <c:pt idx="33">
                  <c:v>5.0</c:v>
                </c:pt>
                <c:pt idx="34">
                  <c:v>5.0</c:v>
                </c:pt>
                <c:pt idx="35">
                  <c:v>4.375</c:v>
                </c:pt>
                <c:pt idx="36">
                  <c:v>5.0</c:v>
                </c:pt>
                <c:pt idx="37">
                  <c:v>4.6</c:v>
                </c:pt>
                <c:pt idx="38">
                  <c:v>5.0</c:v>
                </c:pt>
                <c:pt idx="39">
                  <c:v>4.0</c:v>
                </c:pt>
                <c:pt idx="40">
                  <c:v>3.75</c:v>
                </c:pt>
                <c:pt idx="41">
                  <c:v>4.25</c:v>
                </c:pt>
                <c:pt idx="42">
                  <c:v>4.25</c:v>
                </c:pt>
                <c:pt idx="43">
                  <c:v>5.0</c:v>
                </c:pt>
                <c:pt idx="44">
                  <c:v>4.166666666666667</c:v>
                </c:pt>
                <c:pt idx="45">
                  <c:v>5.0</c:v>
                </c:pt>
                <c:pt idx="46">
                  <c:v>5.0</c:v>
                </c:pt>
                <c:pt idx="47">
                  <c:v>4.421075837742504</c:v>
                </c:pt>
                <c:pt idx="48">
                  <c:v>4.416666666666667</c:v>
                </c:pt>
                <c:pt idx="49">
                  <c:v>3.625</c:v>
                </c:pt>
                <c:pt idx="50">
                  <c:v>4.625</c:v>
                </c:pt>
                <c:pt idx="51">
                  <c:v>5.0</c:v>
                </c:pt>
                <c:pt idx="52">
                  <c:v>4.75</c:v>
                </c:pt>
                <c:pt idx="53">
                  <c:v>5.0</c:v>
                </c:pt>
                <c:pt idx="54">
                  <c:v>4.75</c:v>
                </c:pt>
                <c:pt idx="55">
                  <c:v>4.75</c:v>
                </c:pt>
                <c:pt idx="56">
                  <c:v>4.455555555555556</c:v>
                </c:pt>
                <c:pt idx="57">
                  <c:v>2.75</c:v>
                </c:pt>
                <c:pt idx="58">
                  <c:v>2.5</c:v>
                </c:pt>
                <c:pt idx="59">
                  <c:v>4.625</c:v>
                </c:pt>
                <c:pt idx="60">
                  <c:v>4.6</c:v>
                </c:pt>
                <c:pt idx="61">
                  <c:v>5.0</c:v>
                </c:pt>
                <c:pt idx="62">
                  <c:v>0.0</c:v>
                </c:pt>
                <c:pt idx="63">
                  <c:v>4.875</c:v>
                </c:pt>
                <c:pt idx="64">
                  <c:v>4.36734693877551</c:v>
                </c:pt>
                <c:pt idx="65">
                  <c:v>4.375</c:v>
                </c:pt>
                <c:pt idx="66">
                  <c:v>4.342105263157895</c:v>
                </c:pt>
                <c:pt idx="67">
                  <c:v>2.5</c:v>
                </c:pt>
                <c:pt idx="68">
                  <c:v>4.25</c:v>
                </c:pt>
                <c:pt idx="69">
                  <c:v>4.5</c:v>
                </c:pt>
                <c:pt idx="70">
                  <c:v>4.0</c:v>
                </c:pt>
                <c:pt idx="71">
                  <c:v>5.0</c:v>
                </c:pt>
                <c:pt idx="72">
                  <c:v>4.34005376344086</c:v>
                </c:pt>
                <c:pt idx="73">
                  <c:v>5.0</c:v>
                </c:pt>
                <c:pt idx="74">
                  <c:v>2.25</c:v>
                </c:pt>
                <c:pt idx="75">
                  <c:v>4.0</c:v>
                </c:pt>
                <c:pt idx="76">
                  <c:v>4.546875</c:v>
                </c:pt>
                <c:pt idx="77">
                  <c:v>4.355785837651123</c:v>
                </c:pt>
                <c:pt idx="78">
                  <c:v>5.0</c:v>
                </c:pt>
                <c:pt idx="79">
                  <c:v>4.25</c:v>
                </c:pt>
                <c:pt idx="80">
                  <c:v>5.0</c:v>
                </c:pt>
                <c:pt idx="81">
                  <c:v>4.0</c:v>
                </c:pt>
                <c:pt idx="82">
                  <c:v>4.75</c:v>
                </c:pt>
                <c:pt idx="83">
                  <c:v>4.508620689655173</c:v>
                </c:pt>
                <c:pt idx="84">
                  <c:v>5.0</c:v>
                </c:pt>
                <c:pt idx="85">
                  <c:v>5.0</c:v>
                </c:pt>
                <c:pt idx="86">
                  <c:v>4.75</c:v>
                </c:pt>
                <c:pt idx="87">
                  <c:v>4.0</c:v>
                </c:pt>
                <c:pt idx="88">
                  <c:v>5.0</c:v>
                </c:pt>
                <c:pt idx="89">
                  <c:v>0.0</c:v>
                </c:pt>
                <c:pt idx="90">
                  <c:v>5.0</c:v>
                </c:pt>
                <c:pt idx="91">
                  <c:v>2.75</c:v>
                </c:pt>
                <c:pt idx="92">
                  <c:v>3.75</c:v>
                </c:pt>
                <c:pt idx="93">
                  <c:v>5.0</c:v>
                </c:pt>
                <c:pt idx="94">
                  <c:v>5.0</c:v>
                </c:pt>
                <c:pt idx="95">
                  <c:v>4.0</c:v>
                </c:pt>
                <c:pt idx="96">
                  <c:v>3.75</c:v>
                </c:pt>
                <c:pt idx="97">
                  <c:v>4.875</c:v>
                </c:pt>
                <c:pt idx="98">
                  <c:v>5.0</c:v>
                </c:pt>
                <c:pt idx="99">
                  <c:v>4.0</c:v>
                </c:pt>
                <c:pt idx="100">
                  <c:v>3.5</c:v>
                </c:pt>
                <c:pt idx="101">
                  <c:v>4.5</c:v>
                </c:pt>
                <c:pt idx="102">
                  <c:v>4.375</c:v>
                </c:pt>
                <c:pt idx="103">
                  <c:v>3.864583333333333</c:v>
                </c:pt>
                <c:pt idx="104">
                  <c:v>4.25</c:v>
                </c:pt>
                <c:pt idx="105">
                  <c:v>3.0</c:v>
                </c:pt>
                <c:pt idx="106">
                  <c:v>3.375</c:v>
                </c:pt>
                <c:pt idx="107">
                  <c:v>4.75</c:v>
                </c:pt>
                <c:pt idx="108">
                  <c:v>3.25</c:v>
                </c:pt>
                <c:pt idx="109">
                  <c:v>5.0</c:v>
                </c:pt>
                <c:pt idx="110">
                  <c:v>5.0</c:v>
                </c:pt>
                <c:pt idx="111">
                  <c:v>5.0</c:v>
                </c:pt>
                <c:pt idx="112">
                  <c:v>5.0</c:v>
                </c:pt>
                <c:pt idx="113">
                  <c:v>5.0</c:v>
                </c:pt>
                <c:pt idx="114">
                  <c:v>4.5</c:v>
                </c:pt>
                <c:pt idx="115">
                  <c:v>4.5</c:v>
                </c:pt>
                <c:pt idx="116">
                  <c:v>4.5</c:v>
                </c:pt>
                <c:pt idx="117">
                  <c:v>4.0</c:v>
                </c:pt>
                <c:pt idx="118">
                  <c:v>4.25</c:v>
                </c:pt>
                <c:pt idx="119">
                  <c:v>4.875</c:v>
                </c:pt>
                <c:pt idx="120">
                  <c:v>4.0</c:v>
                </c:pt>
                <c:pt idx="121">
                  <c:v>3.75</c:v>
                </c:pt>
                <c:pt idx="122">
                  <c:v>4.75</c:v>
                </c:pt>
                <c:pt idx="123">
                  <c:v>4.5</c:v>
                </c:pt>
                <c:pt idx="124">
                  <c:v>4.666666666666667</c:v>
                </c:pt>
                <c:pt idx="125">
                  <c:v>4.5</c:v>
                </c:pt>
                <c:pt idx="126">
                  <c:v>5.0</c:v>
                </c:pt>
                <c:pt idx="127">
                  <c:v>4.5</c:v>
                </c:pt>
                <c:pt idx="128">
                  <c:v>4.0</c:v>
                </c:pt>
                <c:pt idx="129">
                  <c:v>4.75</c:v>
                </c:pt>
                <c:pt idx="130">
                  <c:v>4.0</c:v>
                </c:pt>
                <c:pt idx="131">
                  <c:v>5.0</c:v>
                </c:pt>
                <c:pt idx="132">
                  <c:v>5.0</c:v>
                </c:pt>
                <c:pt idx="133">
                  <c:v>3.25</c:v>
                </c:pt>
                <c:pt idx="134">
                  <c:v>5.0</c:v>
                </c:pt>
                <c:pt idx="135">
                  <c:v>4.0</c:v>
                </c:pt>
                <c:pt idx="136">
                  <c:v>5.0</c:v>
                </c:pt>
                <c:pt idx="137">
                  <c:v>3.0</c:v>
                </c:pt>
                <c:pt idx="138">
                  <c:v>3.75</c:v>
                </c:pt>
                <c:pt idx="139">
                  <c:v>0.0</c:v>
                </c:pt>
                <c:pt idx="140">
                  <c:v>5.0</c:v>
                </c:pt>
                <c:pt idx="141">
                  <c:v>3.5</c:v>
                </c:pt>
                <c:pt idx="142">
                  <c:v>3.0</c:v>
                </c:pt>
                <c:pt idx="143">
                  <c:v>4.153225806451613</c:v>
                </c:pt>
                <c:pt idx="144">
                  <c:v>5.0</c:v>
                </c:pt>
                <c:pt idx="145">
                  <c:v>5.0</c:v>
                </c:pt>
                <c:pt idx="146">
                  <c:v>4.25</c:v>
                </c:pt>
                <c:pt idx="147">
                  <c:v>4.0</c:v>
                </c:pt>
                <c:pt idx="148">
                  <c:v>5.0</c:v>
                </c:pt>
                <c:pt idx="149">
                  <c:v>5.0</c:v>
                </c:pt>
                <c:pt idx="150">
                  <c:v>4.347670250896057</c:v>
                </c:pt>
                <c:pt idx="151">
                  <c:v>3.75</c:v>
                </c:pt>
                <c:pt idx="152">
                  <c:v>4.5</c:v>
                </c:pt>
                <c:pt idx="153">
                  <c:v>4.75</c:v>
                </c:pt>
                <c:pt idx="154">
                  <c:v>4.75</c:v>
                </c:pt>
                <c:pt idx="155">
                  <c:v>3.25</c:v>
                </c:pt>
                <c:pt idx="156">
                  <c:v>5.0</c:v>
                </c:pt>
                <c:pt idx="157">
                  <c:v>5.0</c:v>
                </c:pt>
                <c:pt idx="158">
                  <c:v>4.275</c:v>
                </c:pt>
                <c:pt idx="159">
                  <c:v>4.0</c:v>
                </c:pt>
                <c:pt idx="160">
                  <c:v>5.0</c:v>
                </c:pt>
                <c:pt idx="161">
                  <c:v>5.0</c:v>
                </c:pt>
                <c:pt idx="162">
                  <c:v>3.375</c:v>
                </c:pt>
                <c:pt idx="163">
                  <c:v>4.0</c:v>
                </c:pt>
                <c:pt idx="164">
                  <c:v>5.0</c:v>
                </c:pt>
                <c:pt idx="165">
                  <c:v>3.0</c:v>
                </c:pt>
                <c:pt idx="166">
                  <c:v>4.75</c:v>
                </c:pt>
                <c:pt idx="167">
                  <c:v>2.0</c:v>
                </c:pt>
                <c:pt idx="168">
                  <c:v>5.0</c:v>
                </c:pt>
                <c:pt idx="169">
                  <c:v>5.0</c:v>
                </c:pt>
                <c:pt idx="170">
                  <c:v>5.0</c:v>
                </c:pt>
                <c:pt idx="171">
                  <c:v>5.0</c:v>
                </c:pt>
                <c:pt idx="172">
                  <c:v>5.0</c:v>
                </c:pt>
                <c:pt idx="173">
                  <c:v>3.0</c:v>
                </c:pt>
                <c:pt idx="174">
                  <c:v>4.0</c:v>
                </c:pt>
                <c:pt idx="175">
                  <c:v>5.0</c:v>
                </c:pt>
                <c:pt idx="176">
                  <c:v>4.25</c:v>
                </c:pt>
                <c:pt idx="177">
                  <c:v>4.75</c:v>
                </c:pt>
                <c:pt idx="178">
                  <c:v>4.5</c:v>
                </c:pt>
                <c:pt idx="179">
                  <c:v>5.0</c:v>
                </c:pt>
                <c:pt idx="180">
                  <c:v>4.053571428571429</c:v>
                </c:pt>
                <c:pt idx="181">
                  <c:v>4.833333333333333</c:v>
                </c:pt>
                <c:pt idx="182">
                  <c:v>4.0</c:v>
                </c:pt>
                <c:pt idx="183">
                  <c:v>5.0</c:v>
                </c:pt>
                <c:pt idx="184">
                  <c:v>5.0</c:v>
                </c:pt>
                <c:pt idx="185">
                  <c:v>5.0</c:v>
                </c:pt>
                <c:pt idx="186">
                  <c:v>3.75</c:v>
                </c:pt>
                <c:pt idx="187">
                  <c:v>4.5</c:v>
                </c:pt>
                <c:pt idx="188">
                  <c:v>4.0</c:v>
                </c:pt>
                <c:pt idx="189">
                  <c:v>4.75</c:v>
                </c:pt>
                <c:pt idx="190">
                  <c:v>5.0</c:v>
                </c:pt>
                <c:pt idx="191">
                  <c:v>5.0</c:v>
                </c:pt>
                <c:pt idx="192">
                  <c:v>3.5</c:v>
                </c:pt>
                <c:pt idx="193">
                  <c:v>4.0</c:v>
                </c:pt>
                <c:pt idx="194">
                  <c:v>5.0</c:v>
                </c:pt>
                <c:pt idx="195">
                  <c:v>3.75</c:v>
                </c:pt>
                <c:pt idx="196">
                  <c:v>4.5</c:v>
                </c:pt>
                <c:pt idx="197">
                  <c:v>4.25</c:v>
                </c:pt>
                <c:pt idx="198">
                  <c:v>4.75</c:v>
                </c:pt>
                <c:pt idx="199">
                  <c:v>4.5</c:v>
                </c:pt>
                <c:pt idx="200">
                  <c:v>4.75</c:v>
                </c:pt>
                <c:pt idx="201">
                  <c:v>3.75</c:v>
                </c:pt>
                <c:pt idx="202">
                  <c:v>5.0</c:v>
                </c:pt>
                <c:pt idx="203">
                  <c:v>5.0</c:v>
                </c:pt>
                <c:pt idx="204">
                  <c:v>5.0</c:v>
                </c:pt>
                <c:pt idx="205">
                  <c:v>4.25</c:v>
                </c:pt>
                <c:pt idx="206">
                  <c:v>4.0</c:v>
                </c:pt>
                <c:pt idx="207">
                  <c:v>4.4255555555555555</c:v>
                </c:pt>
                <c:pt idx="208">
                  <c:v>4.75</c:v>
                </c:pt>
                <c:pt idx="209">
                  <c:v>5.0</c:v>
                </c:pt>
                <c:pt idx="210">
                  <c:v>3.25</c:v>
                </c:pt>
                <c:pt idx="211">
                  <c:v>5.0</c:v>
                </c:pt>
                <c:pt idx="212">
                  <c:v>5.0</c:v>
                </c:pt>
                <c:pt idx="213">
                  <c:v>4.75</c:v>
                </c:pt>
                <c:pt idx="214">
                  <c:v>4.0</c:v>
                </c:pt>
                <c:pt idx="215">
                  <c:v>5.0</c:v>
                </c:pt>
                <c:pt idx="216">
                  <c:v>5.0</c:v>
                </c:pt>
                <c:pt idx="217">
                  <c:v>5.0</c:v>
                </c:pt>
                <c:pt idx="218">
                  <c:v>3.25</c:v>
                </c:pt>
                <c:pt idx="219">
                  <c:v>4.75</c:v>
                </c:pt>
                <c:pt idx="220">
                  <c:v>5.0</c:v>
                </c:pt>
                <c:pt idx="221">
                  <c:v>5.0</c:v>
                </c:pt>
                <c:pt idx="222">
                  <c:v>4.75</c:v>
                </c:pt>
                <c:pt idx="223">
                  <c:v>5.0</c:v>
                </c:pt>
                <c:pt idx="224">
                  <c:v>3.75</c:v>
                </c:pt>
                <c:pt idx="225">
                  <c:v>5.0</c:v>
                </c:pt>
                <c:pt idx="226">
                  <c:v>5.0</c:v>
                </c:pt>
                <c:pt idx="227">
                  <c:v>4.5</c:v>
                </c:pt>
                <c:pt idx="228">
                  <c:v>5.0</c:v>
                </c:pt>
                <c:pt idx="229">
                  <c:v>5.0</c:v>
                </c:pt>
                <c:pt idx="230">
                  <c:v>4.25</c:v>
                </c:pt>
                <c:pt idx="231">
                  <c:v>4.5</c:v>
                </c:pt>
                <c:pt idx="232">
                  <c:v>5.0</c:v>
                </c:pt>
                <c:pt idx="233">
                  <c:v>4.48936170212766</c:v>
                </c:pt>
                <c:pt idx="234">
                  <c:v>4.645562770562771</c:v>
                </c:pt>
                <c:pt idx="235">
                  <c:v>4.452433628318584</c:v>
                </c:pt>
                <c:pt idx="236">
                  <c:v>4.433274021352313</c:v>
                </c:pt>
                <c:pt idx="237">
                  <c:v>4.324955908289241</c:v>
                </c:pt>
                <c:pt idx="238">
                  <c:v>4.177272727272728</c:v>
                </c:pt>
                <c:pt idx="239">
                  <c:v>4.181818181818182</c:v>
                </c:pt>
                <c:pt idx="240">
                  <c:v>4.238095238095238</c:v>
                </c:pt>
                <c:pt idx="241">
                  <c:v>4.2</c:v>
                </c:pt>
                <c:pt idx="242">
                  <c:v>4.157327586206897</c:v>
                </c:pt>
                <c:pt idx="243">
                  <c:v>4.131578947368421</c:v>
                </c:pt>
                <c:pt idx="244">
                  <c:v>4.6</c:v>
                </c:pt>
                <c:pt idx="245">
                  <c:v>4.446808510638298</c:v>
                </c:pt>
                <c:pt idx="246">
                  <c:v>4.3654970760233915</c:v>
                </c:pt>
                <c:pt idx="247">
                  <c:v>4.401960784313726</c:v>
                </c:pt>
                <c:pt idx="248">
                  <c:v>4.579396325459318</c:v>
                </c:pt>
                <c:pt idx="249">
                  <c:v>4.035714285714286</c:v>
                </c:pt>
                <c:pt idx="250">
                  <c:v>4.5578512396694215</c:v>
                </c:pt>
                <c:pt idx="251">
                  <c:v>4.266666666666667</c:v>
                </c:pt>
                <c:pt idx="252">
                  <c:v>4.241071428571429</c:v>
                </c:pt>
                <c:pt idx="253">
                  <c:v>4.313008130081301</c:v>
                </c:pt>
                <c:pt idx="254">
                  <c:v>4.320833333333334</c:v>
                </c:pt>
                <c:pt idx="255">
                  <c:v>4.191666666666666</c:v>
                </c:pt>
                <c:pt idx="256">
                  <c:v>4.55625</c:v>
                </c:pt>
                <c:pt idx="257">
                  <c:v>4.390243902439025</c:v>
                </c:pt>
                <c:pt idx="258">
                  <c:v>4.288690476190476</c:v>
                </c:pt>
                <c:pt idx="259">
                  <c:v>4.336021505376344</c:v>
                </c:pt>
                <c:pt idx="260">
                  <c:v>4.55</c:v>
                </c:pt>
                <c:pt idx="261">
                  <c:v>4.279605263157895</c:v>
                </c:pt>
                <c:pt idx="262">
                  <c:v>5.0</c:v>
                </c:pt>
                <c:pt idx="263">
                  <c:v>4.300438596491229</c:v>
                </c:pt>
                <c:pt idx="264">
                  <c:v>3.857142857142857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Literacy (English)</c:v>
                </c:pt>
                <c:pt idx="1">
                  <c:v>Numeracy (Math)</c:v>
                </c:pt>
                <c:pt idx="2">
                  <c:v>General Awareness</c:v>
                </c:pt>
                <c:pt idx="3">
                  <c:v>Second Language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4.585776668746101</c:v>
                </c:pt>
                <c:pt idx="1">
                  <c:v>4.602683401861069</c:v>
                </c:pt>
                <c:pt idx="2">
                  <c:v>4.549148099606815</c:v>
                </c:pt>
                <c:pt idx="3">
                  <c:v>4.2583857442348005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Concept Clarity</c:v>
                </c:pt>
                <c:pt idx="1">
                  <c:v>Teacher Approachability</c:v>
                </c:pt>
                <c:pt idx="2">
                  <c:v>Engagement</c:v>
                </c:pt>
                <c:pt idx="3">
                  <c:v>Communication Skills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4.636500107227107</c:v>
                </c:pt>
                <c:pt idx="1">
                  <c:v>4.688593717056715</c:v>
                </c:pt>
                <c:pt idx="2">
                  <c:v>4.636473932334996</c:v>
                </c:pt>
                <c:pt idx="3">
                  <c:v>4.512071992976295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PTM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Effective</c:v>
                </c:pt>
                <c:pt idx="1">
                  <c:v>Gap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4.651949170794745</c:v>
                </c:pt>
                <c:pt idx="1">
                  <c:v>0.3480508292052553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Leadership Access</c:v>
                </c:pt>
                <c:pt idx="1">
                  <c:v>Front Office Support</c:v>
                </c:pt>
                <c:pt idx="2">
                  <c:v>App Usability</c:v>
                </c:pt>
                <c:pt idx="3">
                  <c:v>Timely Updates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4.623455451983525</c:v>
                </c:pt>
                <c:pt idx="1">
                  <c:v>4.6123386567490705</c:v>
                </c:pt>
                <c:pt idx="2">
                  <c:v>4.335782512858192</c:v>
                </c:pt>
                <c:pt idx="3">
                  <c:v>4.705856832971801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Sheet1!$A$2:$A$8</c:f>
              <c:strCache>
                <c:ptCount val="7"/>
                <c:pt idx="0">
                  <c:v>It is easy to get appoint</c:v>
                </c:pt>
                <c:pt idx="1">
                  <c:v>The Front Office team rec</c:v>
                </c:pt>
                <c:pt idx="2">
                  <c:v>Principal</c:v>
                </c:pt>
                <c:pt idx="3">
                  <c:v>Vice Principal</c:v>
                </c:pt>
                <c:pt idx="4">
                  <c:v>Academic Coordinator</c:v>
                </c:pt>
                <c:pt idx="5">
                  <c:v>Admin Team</c:v>
                </c:pt>
                <c:pt idx="6">
                  <c:v>Administration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4.623455451983525</c:v>
                </c:pt>
                <c:pt idx="1">
                  <c:v>4.6123386567490705</c:v>
                </c:pt>
                <c:pt idx="2">
                  <c:v>4.584098737083812</c:v>
                </c:pt>
                <c:pt idx="3">
                  <c:v>4.534272300469484</c:v>
                </c:pt>
                <c:pt idx="4">
                  <c:v>4.56269637246501</c:v>
                </c:pt>
                <c:pt idx="5">
                  <c:v>4.47082878953108</c:v>
                </c:pt>
                <c:pt idx="6">
                  <c:v>4.434920634920635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Not Applicable</c:v>
                </c:pt>
                <c:pt idx="3">
                  <c:v>Maybe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3049</c:v>
                </c:pt>
                <c:pt idx="1">
                  <c:v>1815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The safety measures imple</c:v>
                </c:pt>
                <c:pt idx="1">
                  <c:v>The school offers adequat</c:v>
                </c:pt>
                <c:pt idx="2">
                  <c:v>Campus hygiene and genera</c:v>
                </c:pt>
                <c:pt idx="3">
                  <c:v>The school provides adequ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4.468954962833406</c:v>
                </c:pt>
                <c:pt idx="1">
                  <c:v>4.459636517328825</c:v>
                </c:pt>
                <c:pt idx="2">
                  <c:v>4.424209614551754</c:v>
                </c:pt>
                <c:pt idx="3">
                  <c:v>4.000671140939597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Relationship Id="rId10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0.xml"/><Relationship Id="rId6" Type="http://schemas.openxmlformats.org/officeDocument/2006/relationships/slide" Target="slide12.xml"/><Relationship Id="rId7" Type="http://schemas.openxmlformats.org/officeDocument/2006/relationships/slide" Target="slide13.xml"/><Relationship Id="rId8" Type="http://schemas.openxmlformats.org/officeDocument/2006/relationships/slide" Target="slide4.xml"/><Relationship Id="rId9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slide" Target="slide13.xml"/><Relationship Id="rId1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richaitan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408714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D700"/>
                </a:solidFill>
              </a:defRPr>
            </a:pPr>
            <a:r>
              <a:t>Pre-Primary Sri Chaitanya Techno Schools – Tamil Nadu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Academic &amp; Administrative Review • Academic Year: 2025–26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Dashboard Menu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73152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12064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Academic Quality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73152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Environment &amp; Safety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512064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3152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512064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731520" y="365760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Branch Comparison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2011680" cy="1005840"/>
          </a:xfrm>
          <a:prstGeom prst="roundRect">
            <a:avLst/>
          </a:prstGeom>
          <a:solidFill>
            <a:srgbClr val="EE5A6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Total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5063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914400"/>
            <a:ext cx="2011680" cy="1005840"/>
          </a:xfrm>
          <a:prstGeom prst="roundRect">
            <a:avLst/>
          </a:prstGeom>
          <a:solidFill>
            <a:srgbClr val="44A08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266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914400"/>
            <a:ext cx="2011680" cy="1005840"/>
          </a:xfrm>
          <a:prstGeom prst="roundRect">
            <a:avLst/>
          </a:prstGeom>
          <a:solidFill>
            <a:srgbClr val="F39C1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914400"/>
            <a:ext cx="2011680" cy="1005840"/>
          </a:xfrm>
          <a:prstGeom prst="roundRect">
            <a:avLst/>
          </a:prstGeom>
          <a:solidFill>
            <a:srgbClr val="341F9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Orientations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4206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36575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Overall Satisfaction by Category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2743200"/>
          <a:ext cx="38404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4846320" y="2194560"/>
            <a:ext cx="3840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3774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Recommendation Status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029200" y="2743200"/>
          <a:ext cx="201168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223760" y="27432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43A047"/>
                </a:solidFill>
              </a:defRPr>
            </a:pPr>
            <a:r>
              <a:t>Why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632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33756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Academics &amp; Activiti 25.9%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611879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14.1%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233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E53935"/>
                </a:solidFill>
              </a:defRPr>
            </a:pPr>
            <a:r>
              <a:t>Why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43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6177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15.7%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8920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13.3%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03520"/>
            <a:ext cx="82296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Branch-wise Overall Rating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40080" y="5669280"/>
          <a:ext cx="7863840" cy="914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2" name="Rounded Rectangle 31">
            <a:hlinkClick action="ppaction://hlinksldjump" r:id="rId5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34" name="Rounded Rectangle 33">
            <a:hlinkClick action="ppaction://hlinksldjump" r:id="rId7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36" name="Rounded Rectangle 35">
            <a:hlinkClick action="ppaction://hlinksldjump" r:id="rId9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37" name="Rounded Rectangle 36">
            <a:hlinkClick action="ppaction://hlinksldjump" r:id="rId10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38" name="Rounded Rectangle 37">
            <a:hlinkClick action="ppaction://hlinksldjump" r:id="rId11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39" name="Rounded Rectangle 38">
            <a:hlinkClick action="ppaction://hlinksldjump" r:id="rId12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Top 10 Branches (Overall)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Branch Recommendation 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Academics vs Infrastructure (Branch Scatter)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82296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8016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Teaching Indicators &amp; PTM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45720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760720" y="1371600"/>
          <a:ext cx="347472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Environment Quality (Top Metrics)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feels secure while being on the school 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1887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4.70/5.0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shows interest and enthusiasm about atten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73736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4.65/5.0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Attending school has helped my child develop bette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2860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4.62/5.0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Moral values are effectively emphasized in the 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3464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4.57/5.0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Concern Handling &amp; Resolution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Strengths (Why Yes)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Academics &amp; Activities - 25.9%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- 14.1%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- 11.1%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Infrastructure &amp; Facilities - 6.9%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Improvements (Why No)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- 15.7%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- 11.1%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- 10.3%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No Concerns - 5.1%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- 4.6%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24" name="Rounded Rectangle 23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25" name="Rounded Rectangle 24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27" name="Rounded Rectangle 26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